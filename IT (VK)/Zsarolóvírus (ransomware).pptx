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8C3909-AD63-490F-8597-58EE125A1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>
                <a:latin typeface="JetBrains"/>
              </a:rPr>
              <a:t>Zsarolóvírus (</a:t>
            </a:r>
            <a:r>
              <a:rPr lang="hu-HU" b="1" dirty="0" err="1">
                <a:latin typeface="JetBrains"/>
              </a:rPr>
              <a:t>ransomware</a:t>
            </a:r>
            <a:r>
              <a:rPr lang="hu-HU" b="1" dirty="0">
                <a:latin typeface="JetBrains"/>
              </a:rPr>
              <a:t>)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AFF3E70-FE78-4F37-91D3-ACCAB25CFB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b="1" dirty="0">
                <a:latin typeface="JetBrains"/>
              </a:rPr>
              <a:t>Micsoda ez pontosan?</a:t>
            </a:r>
          </a:p>
          <a:p>
            <a:r>
              <a:rPr lang="hu-HU" b="1" dirty="0">
                <a:latin typeface="JetBrains"/>
              </a:rPr>
              <a:t>Hogyan védekezz ellene?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95D7DC1-371F-44E5-B9DB-684542F5E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631" y="2480787"/>
            <a:ext cx="5336157" cy="235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9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BECDE7-E8D3-4062-BAD0-56FFD15B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84199"/>
            <a:ext cx="8534400" cy="1507067"/>
          </a:xfrm>
        </p:spPr>
        <p:txBody>
          <a:bodyPr>
            <a:normAutofit/>
          </a:bodyPr>
          <a:lstStyle/>
          <a:p>
            <a:r>
              <a:rPr lang="hu-HU" sz="4400" b="1" dirty="0">
                <a:latin typeface="JetBrains"/>
              </a:rPr>
              <a:t>működése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7209F9-CB31-4ED9-8AA3-2D85C9E98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2082506"/>
            <a:ext cx="58605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 A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ransomware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 egy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kártékony program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, amely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titkosítja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 a számítógépen vagy hálózaton lévő fájlokat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 A támadók ezután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váltságdíjat követelnek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 (általában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kriptovalutában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), hogy visszaadják a hozzáférést.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 Gyakran </a:t>
            </a:r>
            <a:r>
              <a:rPr kumimoji="0" lang="hu-HU" altLang="hu-H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social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 </a:t>
            </a:r>
            <a:r>
              <a:rPr kumimoji="0" lang="hu-HU" altLang="hu-H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engineering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"/>
              </a:rPr>
              <a:t> módszerekkel (pl. megtévesztő e-mailek, hamis linkek) juttatják el az áldozathoz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BDD7689-9D18-4C79-98DB-0F4205E7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50" y="1699609"/>
            <a:ext cx="5187523" cy="34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BECDE7-E8D3-4062-BAD0-56FFD15B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0" y="584199"/>
            <a:ext cx="8534400" cy="1507067"/>
          </a:xfrm>
        </p:spPr>
        <p:txBody>
          <a:bodyPr>
            <a:normAutofit/>
          </a:bodyPr>
          <a:lstStyle/>
          <a:p>
            <a:pPr algn="r"/>
            <a:r>
              <a:rPr lang="hu-HU" sz="4400" b="1" dirty="0">
                <a:latin typeface="JetBrains"/>
              </a:rPr>
              <a:t>Példák a gyakorlatból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F1EA6E10-EC3C-4315-9F88-FBEA02E85097}"/>
              </a:ext>
            </a:extLst>
          </p:cNvPr>
          <p:cNvSpPr txBox="1"/>
          <p:nvPr/>
        </p:nvSpPr>
        <p:spPr>
          <a:xfrm>
            <a:off x="1312333" y="1829656"/>
            <a:ext cx="2963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latin typeface="JetBrains"/>
              </a:rPr>
              <a:t>Munkahelyi e-mail</a:t>
            </a:r>
            <a:endParaRPr lang="hu-HU" dirty="0">
              <a:latin typeface="JetBrains"/>
            </a:endParaRPr>
          </a:p>
        </p:txBody>
      </p:sp>
    </p:spTree>
    <p:extLst>
      <p:ext uri="{BB962C8B-B14F-4D97-AF65-F5344CB8AC3E}">
        <p14:creationId xmlns:p14="http://schemas.microsoft.com/office/powerpoint/2010/main" val="601941368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66</Words>
  <Application>Microsoft Office PowerPoint</Application>
  <PresentationFormat>Szélesvásznú</PresentationFormat>
  <Paragraphs>11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8" baseType="lpstr">
      <vt:lpstr>Arial</vt:lpstr>
      <vt:lpstr>Century Gothic</vt:lpstr>
      <vt:lpstr>JetBrains</vt:lpstr>
      <vt:lpstr>Wingdings 3</vt:lpstr>
      <vt:lpstr>Szelet</vt:lpstr>
      <vt:lpstr>Zsarolóvírus (ransomware)</vt:lpstr>
      <vt:lpstr>működése</vt:lpstr>
      <vt:lpstr>Példák a gyakorlatból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Zsarolóvírus (ransomware)</dc:title>
  <dc:creator>Halász Noel</dc:creator>
  <cp:lastModifiedBy>Halász Noel</cp:lastModifiedBy>
  <cp:revision>4</cp:revision>
  <dcterms:created xsi:type="dcterms:W3CDTF">2025-10-06T09:12:22Z</dcterms:created>
  <dcterms:modified xsi:type="dcterms:W3CDTF">2025-10-06T09:35:51Z</dcterms:modified>
</cp:coreProperties>
</file>